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9783A-2CB9-FB87-1D89-C9AEF6BFA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694199-F2E9-6E97-9E95-2508C029F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9F5CA-ABA6-E60C-4C66-7269B94D4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F7C2B-55E9-419D-9BA8-509E9460F923}" type="datetimeFigureOut">
              <a:rPr lang="vi-VN" smtClean="0"/>
              <a:t>10/08/2026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166BF-92CA-C9B2-84A1-20C94813F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2CEEB-2D95-EC6F-A8DF-D0E80DB76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BEFB-3B01-4318-9BD0-8293AB21CAA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31156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3E61C-10B3-6AA4-B84C-0E866CA7E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0471B-C53F-F1E3-EF6E-873A30CBE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3E78C-2E57-3ABD-97BA-D21165D5A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F7C2B-55E9-419D-9BA8-509E9460F923}" type="datetimeFigureOut">
              <a:rPr lang="vi-VN" smtClean="0"/>
              <a:t>10/08/2026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56BBB-6B30-76A5-3576-2F6F1B7F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EEB0C-B832-E583-2E4D-4197FD34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BEFB-3B01-4318-9BD0-8293AB21CAA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1900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2EA87-1B0C-CBF1-97CF-B191A11F8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74CB9-48A5-C54A-D965-0F44EFD29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522F3-41E7-C98C-D274-CFF881D6C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F7C2B-55E9-419D-9BA8-509E9460F923}" type="datetimeFigureOut">
              <a:rPr lang="vi-VN" smtClean="0"/>
              <a:t>10/08/2026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D7955-9820-FA24-99B1-07CE017B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CE87E-0DE1-2BF6-AA2A-72FFA5859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BEFB-3B01-4318-9BD0-8293AB21CAA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6557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521C6-E3D5-2A9D-6DB3-7E4032C8B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38EDA-0103-C255-700E-025E11954C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D4E4F3-AC0A-F043-1479-5B94706C6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684EB-82D9-973D-4C57-07BD290C1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F7C2B-55E9-419D-9BA8-509E9460F923}" type="datetimeFigureOut">
              <a:rPr lang="vi-VN" smtClean="0"/>
              <a:t>10/08/2026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ECE7E-113B-F9CF-EE79-DC827E18F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EBFFE-70AF-ABDF-6C56-E3E772C20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BEFB-3B01-4318-9BD0-8293AB21CAA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78923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E132-54BA-4B5C-20B3-94F59FBCB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FC7D7-5D6A-E496-03B4-F217B385C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C60C18-2F63-998C-AC19-4362A2483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E52507-B812-D236-E166-F18FC1725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FFC69C-DD5C-CC9D-80F3-EE7F252051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BA86A7-74FE-4A92-9D53-79F6327B2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F7C2B-55E9-419D-9BA8-509E9460F923}" type="datetimeFigureOut">
              <a:rPr lang="vi-VN" smtClean="0"/>
              <a:t>10/08/2026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76D7C2-8364-CF49-E284-30F9E01E8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7C79DB-3D72-4534-C676-70825E342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BEFB-3B01-4318-9BD0-8293AB21CAA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23949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EECE2-3A57-18CE-F555-D59945F3C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283EA5-1BB4-B6B1-7C07-B9B2345F1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F7C2B-55E9-419D-9BA8-509E9460F923}" type="datetimeFigureOut">
              <a:rPr lang="vi-VN" smtClean="0"/>
              <a:t>10/08/2026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EA821A-4A5E-231E-DE47-DCCB6E7BC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C149F4-2C7F-B9AA-18B9-F7EEF6726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BEFB-3B01-4318-9BD0-8293AB21CAA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84320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8AC801-D3A4-641E-B6AC-223E3FA74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F7C2B-55E9-419D-9BA8-509E9460F923}" type="datetimeFigureOut">
              <a:rPr lang="vi-VN" smtClean="0"/>
              <a:t>10/08/2026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A1E5C3-A48A-B50A-C3A8-D18F50ABC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94597-E52B-9380-55B9-EA937EA3B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BEFB-3B01-4318-9BD0-8293AB21CAA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85751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0635F-EF4B-1287-6728-888C291C4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27D04-6742-2171-C7E7-16E4209C5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B81E1-6E09-78AA-E93C-11872ED92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9FCCB-BCE0-1168-303F-026274882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F7C2B-55E9-419D-9BA8-509E9460F923}" type="datetimeFigureOut">
              <a:rPr lang="vi-VN" smtClean="0"/>
              <a:t>10/08/2026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7A2E2-310A-8CBF-B1B4-9DA0312AA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59FD0-EE9E-E3C9-0981-C4C07E75E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BEFB-3B01-4318-9BD0-8293AB21CAA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72516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76CA0-84BA-35FA-ABCA-E33E89319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CE6C01-A7A9-E0C0-6099-80903AD61D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6778F3-D0DC-E575-2C4E-8680662D1B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4082A-1762-CEF0-881A-41623ABE0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F7C2B-55E9-419D-9BA8-509E9460F923}" type="datetimeFigureOut">
              <a:rPr lang="vi-VN" smtClean="0"/>
              <a:t>10/08/2026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A15E7-1BCA-B190-2287-FCA474A1A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53E8F-07B3-D55C-5F51-81EE8D61A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BEFB-3B01-4318-9BD0-8293AB21CAA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02452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12559-FCC4-2910-051C-DF942BD02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10B20-4C1B-5C6D-82A3-2973BE234B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66EC9-640B-E2F7-7BC7-DD6A96903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F7C2B-55E9-419D-9BA8-509E9460F923}" type="datetimeFigureOut">
              <a:rPr lang="vi-VN" smtClean="0"/>
              <a:t>10/08/2026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54E86-E954-DD2F-7720-C5E01F8A8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3E77B-FD70-7646-100D-382B2FA8D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BEFB-3B01-4318-9BD0-8293AB21CAA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80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31498C-D47C-7F6C-DD19-8B46C32691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FD0AF1-3140-A9DA-D27E-EFFD4C7A8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58684-7E7B-EE2A-6DDC-6B031B3DC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F7C2B-55E9-419D-9BA8-509E9460F923}" type="datetimeFigureOut">
              <a:rPr lang="vi-VN" smtClean="0"/>
              <a:t>10/08/2026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BB7A7-760A-B699-0905-5EBE73E20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25E1D-4218-7A92-37E3-12F6A1ABE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8BEFB-3B01-4318-9BD0-8293AB21CAA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96605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3A1F54-B484-D8D9-619A-5287F237D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923D3-8A5B-9138-5551-A006FB2D7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ED4D9-F7D4-6D08-DD1D-355848BB35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5F7C2B-55E9-419D-9BA8-509E9460F923}" type="datetimeFigureOut">
              <a:rPr lang="vi-VN" smtClean="0"/>
              <a:t>10/08/2026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2A8D9-AE67-87BA-7472-1ED9448C9C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CF4D1-69E2-BE74-A061-E06D13118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E8BEFB-3B01-4318-9BD0-8293AB21CAA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0770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9B65F65-A75A-4D67-163F-16A1AF084373}"/>
              </a:ext>
            </a:extLst>
          </p:cNvPr>
          <p:cNvGrpSpPr/>
          <p:nvPr/>
        </p:nvGrpSpPr>
        <p:grpSpPr>
          <a:xfrm>
            <a:off x="1431053" y="0"/>
            <a:ext cx="7263429" cy="6858000"/>
            <a:chOff x="1431053" y="0"/>
            <a:chExt cx="7263429" cy="685800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1EB6E95-EB1A-D35E-1EF9-D77C8922E81F}"/>
                </a:ext>
              </a:extLst>
            </p:cNvPr>
            <p:cNvGrpSpPr/>
            <p:nvPr/>
          </p:nvGrpSpPr>
          <p:grpSpPr>
            <a:xfrm>
              <a:off x="1431053" y="0"/>
              <a:ext cx="7263429" cy="6858000"/>
              <a:chOff x="1431053" y="0"/>
              <a:chExt cx="7263429" cy="685800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53DB1453-8C25-DF31-7355-55CD6FB9B9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31053" y="0"/>
                <a:ext cx="4188561" cy="6858000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C627DFC4-B7F3-0138-76F6-A20721FA42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27321" y="2757393"/>
                <a:ext cx="1867161" cy="1343212"/>
              </a:xfrm>
              <a:prstGeom prst="rect">
                <a:avLst/>
              </a:prstGeom>
            </p:spPr>
          </p:pic>
          <p:sp>
            <p:nvSpPr>
              <p:cNvPr id="9" name="Arrow: Right 8">
                <a:extLst>
                  <a:ext uri="{FF2B5EF4-FFF2-40B4-BE49-F238E27FC236}">
                    <a16:creationId xmlns:a16="http://schemas.microsoft.com/office/drawing/2014/main" id="{9C968C5F-D6E9-522B-D6E4-1835CF89FD73}"/>
                  </a:ext>
                </a:extLst>
              </p:cNvPr>
              <p:cNvSpPr/>
              <p:nvPr/>
            </p:nvSpPr>
            <p:spPr>
              <a:xfrm>
                <a:off x="5710196" y="3219809"/>
                <a:ext cx="1026543" cy="418381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592AFA9-EA38-9D18-93C2-E729A7C7525A}"/>
                </a:ext>
              </a:extLst>
            </p:cNvPr>
            <p:cNvSpPr/>
            <p:nvPr/>
          </p:nvSpPr>
          <p:spPr>
            <a:xfrm>
              <a:off x="3407434" y="1863306"/>
              <a:ext cx="2389517" cy="50895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</p:spTree>
    <p:extLst>
      <p:ext uri="{BB962C8B-B14F-4D97-AF65-F5344CB8AC3E}">
        <p14:creationId xmlns:p14="http://schemas.microsoft.com/office/powerpoint/2010/main" val="4021232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33A2A75C-4A7B-5713-022F-1AA322060F69}"/>
              </a:ext>
            </a:extLst>
          </p:cNvPr>
          <p:cNvGrpSpPr/>
          <p:nvPr/>
        </p:nvGrpSpPr>
        <p:grpSpPr>
          <a:xfrm>
            <a:off x="2587924" y="431451"/>
            <a:ext cx="6765986" cy="6426549"/>
            <a:chOff x="2587924" y="431451"/>
            <a:chExt cx="6765986" cy="642654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9276796-3E29-8540-1C3A-BAC20DAC16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81883" y="516785"/>
              <a:ext cx="4143953" cy="47631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2B3C323-01A4-F851-5ED1-B9AB80566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87924" y="2181208"/>
              <a:ext cx="6765986" cy="4676792"/>
            </a:xfrm>
            <a:prstGeom prst="rect">
              <a:avLst/>
            </a:prstGeom>
          </p:spPr>
        </p:pic>
        <p:sp>
          <p:nvSpPr>
            <p:cNvPr id="12" name="Arrow: Down 11">
              <a:extLst>
                <a:ext uri="{FF2B5EF4-FFF2-40B4-BE49-F238E27FC236}">
                  <a16:creationId xmlns:a16="http://schemas.microsoft.com/office/drawing/2014/main" id="{3B690C96-4511-FFB5-80E0-B4E908BBAF16}"/>
                </a:ext>
              </a:extLst>
            </p:cNvPr>
            <p:cNvSpPr/>
            <p:nvPr/>
          </p:nvSpPr>
          <p:spPr>
            <a:xfrm>
              <a:off x="5765321" y="1131977"/>
              <a:ext cx="411192" cy="897042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2F61B95-7561-6199-A128-A8CC9B3EE1D4}"/>
                </a:ext>
              </a:extLst>
            </p:cNvPr>
            <p:cNvSpPr/>
            <p:nvPr/>
          </p:nvSpPr>
          <p:spPr>
            <a:xfrm>
              <a:off x="5046279" y="431451"/>
              <a:ext cx="1570008" cy="64698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54F6AF2-406A-5AE8-6100-98EE969D87FD}"/>
                </a:ext>
              </a:extLst>
            </p:cNvPr>
            <p:cNvSpPr/>
            <p:nvPr/>
          </p:nvSpPr>
          <p:spPr>
            <a:xfrm>
              <a:off x="6254152" y="3700732"/>
              <a:ext cx="336430" cy="28467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56B7AC8-F231-5DAA-1B7B-834591EE8B61}"/>
                </a:ext>
              </a:extLst>
            </p:cNvPr>
            <p:cNvSpPr/>
            <p:nvPr/>
          </p:nvSpPr>
          <p:spPr>
            <a:xfrm>
              <a:off x="6616287" y="605806"/>
              <a:ext cx="258447" cy="27604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vi-VN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562AA66-9498-2B5F-EF49-AF502BDDDDAB}"/>
                </a:ext>
              </a:extLst>
            </p:cNvPr>
            <p:cNvSpPr/>
            <p:nvPr/>
          </p:nvSpPr>
          <p:spPr>
            <a:xfrm>
              <a:off x="4511619" y="2399470"/>
              <a:ext cx="258447" cy="27604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vi-VN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86C3011-236B-B151-EE01-9D3D3561ECB3}"/>
                </a:ext>
              </a:extLst>
            </p:cNvPr>
            <p:cNvSpPr/>
            <p:nvPr/>
          </p:nvSpPr>
          <p:spPr>
            <a:xfrm>
              <a:off x="6357840" y="3985404"/>
              <a:ext cx="258447" cy="27604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vi-VN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72FC86E-C36E-3E0C-984B-87DB8DC8F03D}"/>
                </a:ext>
              </a:extLst>
            </p:cNvPr>
            <p:cNvSpPr/>
            <p:nvPr/>
          </p:nvSpPr>
          <p:spPr>
            <a:xfrm>
              <a:off x="2682814" y="2682815"/>
              <a:ext cx="6607835" cy="5343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</p:spTree>
    <p:extLst>
      <p:ext uri="{BB962C8B-B14F-4D97-AF65-F5344CB8AC3E}">
        <p14:creationId xmlns:p14="http://schemas.microsoft.com/office/powerpoint/2010/main" val="1948518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D35A0E2-BD4B-842C-0782-8C923445C087}"/>
              </a:ext>
            </a:extLst>
          </p:cNvPr>
          <p:cNvGrpSpPr/>
          <p:nvPr/>
        </p:nvGrpSpPr>
        <p:grpSpPr>
          <a:xfrm>
            <a:off x="2510294" y="431451"/>
            <a:ext cx="6879688" cy="6426549"/>
            <a:chOff x="2510294" y="431451"/>
            <a:chExt cx="6879688" cy="642654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6C63C91-4697-661C-B1C2-AE7459748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0294" y="2144651"/>
              <a:ext cx="6879688" cy="4713349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9276796-3E29-8540-1C3A-BAC20DAC16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81883" y="516785"/>
              <a:ext cx="4143953" cy="476316"/>
            </a:xfrm>
            <a:prstGeom prst="rect">
              <a:avLst/>
            </a:prstGeom>
          </p:spPr>
        </p:pic>
        <p:sp>
          <p:nvSpPr>
            <p:cNvPr id="12" name="Arrow: Down 11">
              <a:extLst>
                <a:ext uri="{FF2B5EF4-FFF2-40B4-BE49-F238E27FC236}">
                  <a16:creationId xmlns:a16="http://schemas.microsoft.com/office/drawing/2014/main" id="{3B690C96-4511-FFB5-80E0-B4E908BBAF16}"/>
                </a:ext>
              </a:extLst>
            </p:cNvPr>
            <p:cNvSpPr/>
            <p:nvPr/>
          </p:nvSpPr>
          <p:spPr>
            <a:xfrm>
              <a:off x="5765321" y="1131977"/>
              <a:ext cx="411192" cy="897042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2F61B95-7561-6199-A128-A8CC9B3EE1D4}"/>
                </a:ext>
              </a:extLst>
            </p:cNvPr>
            <p:cNvSpPr/>
            <p:nvPr/>
          </p:nvSpPr>
          <p:spPr>
            <a:xfrm>
              <a:off x="5046279" y="431451"/>
              <a:ext cx="1570008" cy="64698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54F6AF2-406A-5AE8-6100-98EE969D87FD}"/>
                </a:ext>
              </a:extLst>
            </p:cNvPr>
            <p:cNvSpPr/>
            <p:nvPr/>
          </p:nvSpPr>
          <p:spPr>
            <a:xfrm>
              <a:off x="5891842" y="4632385"/>
              <a:ext cx="465998" cy="32780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56B7AC8-F231-5DAA-1B7B-834591EE8B61}"/>
                </a:ext>
              </a:extLst>
            </p:cNvPr>
            <p:cNvSpPr/>
            <p:nvPr/>
          </p:nvSpPr>
          <p:spPr>
            <a:xfrm>
              <a:off x="6616287" y="605806"/>
              <a:ext cx="258447" cy="27604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vi-VN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562AA66-9498-2B5F-EF49-AF502BDDDDAB}"/>
                </a:ext>
              </a:extLst>
            </p:cNvPr>
            <p:cNvSpPr/>
            <p:nvPr/>
          </p:nvSpPr>
          <p:spPr>
            <a:xfrm>
              <a:off x="2802018" y="3999781"/>
              <a:ext cx="258447" cy="27604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vi-VN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86C3011-236B-B151-EE01-9D3D3561ECB3}"/>
                </a:ext>
              </a:extLst>
            </p:cNvPr>
            <p:cNvSpPr/>
            <p:nvPr/>
          </p:nvSpPr>
          <p:spPr>
            <a:xfrm>
              <a:off x="5633395" y="4658264"/>
              <a:ext cx="258447" cy="27604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vi-VN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72FC86E-C36E-3E0C-984B-87DB8DC8F03D}"/>
                </a:ext>
              </a:extLst>
            </p:cNvPr>
            <p:cNvSpPr/>
            <p:nvPr/>
          </p:nvSpPr>
          <p:spPr>
            <a:xfrm>
              <a:off x="7082288" y="4528868"/>
              <a:ext cx="2199736" cy="43132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1D34F5-CFF4-CDBA-5E0F-1C313BBD0612}"/>
                </a:ext>
              </a:extLst>
            </p:cNvPr>
            <p:cNvSpPr/>
            <p:nvPr/>
          </p:nvSpPr>
          <p:spPr>
            <a:xfrm>
              <a:off x="2671314" y="3646099"/>
              <a:ext cx="6610709" cy="32780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B2A1987-B170-F582-728F-53F9BDD6CF3B}"/>
                </a:ext>
              </a:extLst>
            </p:cNvPr>
            <p:cNvSpPr/>
            <p:nvPr/>
          </p:nvSpPr>
          <p:spPr>
            <a:xfrm>
              <a:off x="9023576" y="4244196"/>
              <a:ext cx="258447" cy="27604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vi-VN" dirty="0"/>
            </a:p>
          </p:txBody>
        </p:sp>
      </p:grpSp>
    </p:spTree>
    <p:extLst>
      <p:ext uri="{BB962C8B-B14F-4D97-AF65-F5344CB8AC3E}">
        <p14:creationId xmlns:p14="http://schemas.microsoft.com/office/powerpoint/2010/main" val="432850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EF1B92A-A66E-35E7-F29D-F8918C917EC4}"/>
              </a:ext>
            </a:extLst>
          </p:cNvPr>
          <p:cNvGrpSpPr/>
          <p:nvPr/>
        </p:nvGrpSpPr>
        <p:grpSpPr>
          <a:xfrm>
            <a:off x="2562043" y="428116"/>
            <a:ext cx="6765987" cy="6374793"/>
            <a:chOff x="2587923" y="431451"/>
            <a:chExt cx="6765987" cy="637479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9276796-3E29-8540-1C3A-BAC20DAC16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81883" y="516785"/>
              <a:ext cx="4143953" cy="47631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2B3C323-01A4-F851-5ED1-B9AB80566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87924" y="2129452"/>
              <a:ext cx="6765986" cy="4676792"/>
            </a:xfrm>
            <a:prstGeom prst="rect">
              <a:avLst/>
            </a:prstGeom>
          </p:spPr>
        </p:pic>
        <p:sp>
          <p:nvSpPr>
            <p:cNvPr id="12" name="Arrow: Down 11">
              <a:extLst>
                <a:ext uri="{FF2B5EF4-FFF2-40B4-BE49-F238E27FC236}">
                  <a16:creationId xmlns:a16="http://schemas.microsoft.com/office/drawing/2014/main" id="{3B690C96-4511-FFB5-80E0-B4E908BBAF16}"/>
                </a:ext>
              </a:extLst>
            </p:cNvPr>
            <p:cNvSpPr/>
            <p:nvPr/>
          </p:nvSpPr>
          <p:spPr>
            <a:xfrm>
              <a:off x="5765321" y="1131977"/>
              <a:ext cx="411192" cy="897042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2F61B95-7561-6199-A128-A8CC9B3EE1D4}"/>
                </a:ext>
              </a:extLst>
            </p:cNvPr>
            <p:cNvSpPr/>
            <p:nvPr/>
          </p:nvSpPr>
          <p:spPr>
            <a:xfrm>
              <a:off x="5046279" y="431451"/>
              <a:ext cx="1570008" cy="64698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56B7AC8-F231-5DAA-1B7B-834591EE8B61}"/>
                </a:ext>
              </a:extLst>
            </p:cNvPr>
            <p:cNvSpPr/>
            <p:nvPr/>
          </p:nvSpPr>
          <p:spPr>
            <a:xfrm>
              <a:off x="6616287" y="605806"/>
              <a:ext cx="258447" cy="27604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vi-VN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562AA66-9498-2B5F-EF49-AF502BDDDDAB}"/>
                </a:ext>
              </a:extLst>
            </p:cNvPr>
            <p:cNvSpPr/>
            <p:nvPr/>
          </p:nvSpPr>
          <p:spPr>
            <a:xfrm>
              <a:off x="2708866" y="6160304"/>
              <a:ext cx="258447" cy="27604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vi-VN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72FC86E-C36E-3E0C-984B-87DB8DC8F03D}"/>
                </a:ext>
              </a:extLst>
            </p:cNvPr>
            <p:cNvSpPr/>
            <p:nvPr/>
          </p:nvSpPr>
          <p:spPr>
            <a:xfrm>
              <a:off x="2587923" y="6437265"/>
              <a:ext cx="1664899" cy="36897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</p:spTree>
    <p:extLst>
      <p:ext uri="{BB962C8B-B14F-4D97-AF65-F5344CB8AC3E}">
        <p14:creationId xmlns:p14="http://schemas.microsoft.com/office/powerpoint/2010/main" val="2235617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EF1B92A-A66E-35E7-F29D-F8918C917EC4}"/>
              </a:ext>
            </a:extLst>
          </p:cNvPr>
          <p:cNvGrpSpPr/>
          <p:nvPr/>
        </p:nvGrpSpPr>
        <p:grpSpPr>
          <a:xfrm>
            <a:off x="2562044" y="428116"/>
            <a:ext cx="6765986" cy="6374793"/>
            <a:chOff x="2587924" y="431451"/>
            <a:chExt cx="6765986" cy="637479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9276796-3E29-8540-1C3A-BAC20DAC16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81883" y="516785"/>
              <a:ext cx="4143953" cy="47631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2B3C323-01A4-F851-5ED1-B9AB80566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87924" y="2129452"/>
              <a:ext cx="6765986" cy="4676792"/>
            </a:xfrm>
            <a:prstGeom prst="rect">
              <a:avLst/>
            </a:prstGeom>
          </p:spPr>
        </p:pic>
        <p:sp>
          <p:nvSpPr>
            <p:cNvPr id="12" name="Arrow: Down 11">
              <a:extLst>
                <a:ext uri="{FF2B5EF4-FFF2-40B4-BE49-F238E27FC236}">
                  <a16:creationId xmlns:a16="http://schemas.microsoft.com/office/drawing/2014/main" id="{3B690C96-4511-FFB5-80E0-B4E908BBAF16}"/>
                </a:ext>
              </a:extLst>
            </p:cNvPr>
            <p:cNvSpPr/>
            <p:nvPr/>
          </p:nvSpPr>
          <p:spPr>
            <a:xfrm>
              <a:off x="5765321" y="1131977"/>
              <a:ext cx="411192" cy="897042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2F61B95-7561-6199-A128-A8CC9B3EE1D4}"/>
                </a:ext>
              </a:extLst>
            </p:cNvPr>
            <p:cNvSpPr/>
            <p:nvPr/>
          </p:nvSpPr>
          <p:spPr>
            <a:xfrm>
              <a:off x="5046279" y="431451"/>
              <a:ext cx="1570008" cy="64698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56B7AC8-F231-5DAA-1B7B-834591EE8B61}"/>
                </a:ext>
              </a:extLst>
            </p:cNvPr>
            <p:cNvSpPr/>
            <p:nvPr/>
          </p:nvSpPr>
          <p:spPr>
            <a:xfrm>
              <a:off x="6616287" y="605806"/>
              <a:ext cx="258447" cy="27604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vi-VN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562AA66-9498-2B5F-EF49-AF502BDDDDAB}"/>
                </a:ext>
              </a:extLst>
            </p:cNvPr>
            <p:cNvSpPr/>
            <p:nvPr/>
          </p:nvSpPr>
          <p:spPr>
            <a:xfrm>
              <a:off x="4304753" y="6153128"/>
              <a:ext cx="258447" cy="27604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vi-VN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72FC86E-C36E-3E0C-984B-87DB8DC8F03D}"/>
                </a:ext>
              </a:extLst>
            </p:cNvPr>
            <p:cNvSpPr/>
            <p:nvPr/>
          </p:nvSpPr>
          <p:spPr>
            <a:xfrm>
              <a:off x="4213829" y="6433219"/>
              <a:ext cx="1747025" cy="36897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</p:spTree>
    <p:extLst>
      <p:ext uri="{BB962C8B-B14F-4D97-AF65-F5344CB8AC3E}">
        <p14:creationId xmlns:p14="http://schemas.microsoft.com/office/powerpoint/2010/main" val="3182618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139D05F-524E-CA4E-41D6-77B6703A6EA1}"/>
              </a:ext>
            </a:extLst>
          </p:cNvPr>
          <p:cNvGrpSpPr/>
          <p:nvPr/>
        </p:nvGrpSpPr>
        <p:grpSpPr>
          <a:xfrm>
            <a:off x="3856003" y="-72203"/>
            <a:ext cx="4218150" cy="6912609"/>
            <a:chOff x="3856003" y="-72203"/>
            <a:chExt cx="4218150" cy="691260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5B02739-8F93-591D-8171-2EDBEA9086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52527" y="1105956"/>
              <a:ext cx="3591337" cy="573445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9276796-3E29-8540-1C3A-BAC20DAC16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56003" y="13130"/>
              <a:ext cx="4143953" cy="476316"/>
            </a:xfrm>
            <a:prstGeom prst="rect">
              <a:avLst/>
            </a:prstGeom>
          </p:spPr>
        </p:pic>
        <p:sp>
          <p:nvSpPr>
            <p:cNvPr id="12" name="Arrow: Down 11">
              <a:extLst>
                <a:ext uri="{FF2B5EF4-FFF2-40B4-BE49-F238E27FC236}">
                  <a16:creationId xmlns:a16="http://schemas.microsoft.com/office/drawing/2014/main" id="{3B690C96-4511-FFB5-80E0-B4E908BBAF16}"/>
                </a:ext>
              </a:extLst>
            </p:cNvPr>
            <p:cNvSpPr/>
            <p:nvPr/>
          </p:nvSpPr>
          <p:spPr>
            <a:xfrm>
              <a:off x="5822829" y="552091"/>
              <a:ext cx="327803" cy="49121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2F61B95-7561-6199-A128-A8CC9B3EE1D4}"/>
                </a:ext>
              </a:extLst>
            </p:cNvPr>
            <p:cNvSpPr/>
            <p:nvPr/>
          </p:nvSpPr>
          <p:spPr>
            <a:xfrm>
              <a:off x="6504145" y="-72203"/>
              <a:ext cx="1570008" cy="64698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56B7AC8-F231-5DAA-1B7B-834591EE8B61}"/>
                </a:ext>
              </a:extLst>
            </p:cNvPr>
            <p:cNvSpPr/>
            <p:nvPr/>
          </p:nvSpPr>
          <p:spPr>
            <a:xfrm>
              <a:off x="6232669" y="113264"/>
              <a:ext cx="258447" cy="27604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vi-VN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562AA66-9498-2B5F-EF49-AF502BDDDDAB}"/>
                </a:ext>
              </a:extLst>
            </p:cNvPr>
            <p:cNvSpPr/>
            <p:nvPr/>
          </p:nvSpPr>
          <p:spPr>
            <a:xfrm>
              <a:off x="6096000" y="4346872"/>
              <a:ext cx="258447" cy="27604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vi-VN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72FC86E-C36E-3E0C-984B-87DB8DC8F03D}"/>
                </a:ext>
              </a:extLst>
            </p:cNvPr>
            <p:cNvSpPr/>
            <p:nvPr/>
          </p:nvSpPr>
          <p:spPr>
            <a:xfrm>
              <a:off x="6096000" y="4622917"/>
              <a:ext cx="1599220" cy="43216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</p:spTree>
    <p:extLst>
      <p:ext uri="{BB962C8B-B14F-4D97-AF65-F5344CB8AC3E}">
        <p14:creationId xmlns:p14="http://schemas.microsoft.com/office/powerpoint/2010/main" val="2120073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30ADA1D5-EA9D-BD28-DCAA-CCD2854DACC0}"/>
              </a:ext>
            </a:extLst>
          </p:cNvPr>
          <p:cNvGrpSpPr/>
          <p:nvPr/>
        </p:nvGrpSpPr>
        <p:grpSpPr>
          <a:xfrm>
            <a:off x="29637" y="-84513"/>
            <a:ext cx="12162363" cy="6942513"/>
            <a:chOff x="-1" y="-84513"/>
            <a:chExt cx="12162363" cy="694251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A8CBB22-7E6A-B304-A4D4-D06D42BA3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1388532"/>
              <a:ext cx="7629565" cy="5088467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36517DE-F30E-3ACE-699E-BF527871A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6807" y="-24000"/>
              <a:ext cx="5334744" cy="514422"/>
            </a:xfrm>
            <a:prstGeom prst="rect">
              <a:avLst/>
            </a:prstGeom>
          </p:spPr>
        </p:pic>
        <p:sp>
          <p:nvSpPr>
            <p:cNvPr id="12" name="Arrow: Down 11">
              <a:extLst>
                <a:ext uri="{FF2B5EF4-FFF2-40B4-BE49-F238E27FC236}">
                  <a16:creationId xmlns:a16="http://schemas.microsoft.com/office/drawing/2014/main" id="{3B690C96-4511-FFB5-80E0-B4E908BBAF16}"/>
                </a:ext>
              </a:extLst>
            </p:cNvPr>
            <p:cNvSpPr/>
            <p:nvPr/>
          </p:nvSpPr>
          <p:spPr>
            <a:xfrm>
              <a:off x="3431772" y="665316"/>
              <a:ext cx="327803" cy="491219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56B7AC8-F231-5DAA-1B7B-834591EE8B61}"/>
                </a:ext>
              </a:extLst>
            </p:cNvPr>
            <p:cNvSpPr/>
            <p:nvPr/>
          </p:nvSpPr>
          <p:spPr>
            <a:xfrm>
              <a:off x="1829524" y="-42834"/>
              <a:ext cx="258447" cy="27604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vi-VN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562AA66-9498-2B5F-EF49-AF502BDDDDAB}"/>
                </a:ext>
              </a:extLst>
            </p:cNvPr>
            <p:cNvSpPr/>
            <p:nvPr/>
          </p:nvSpPr>
          <p:spPr>
            <a:xfrm>
              <a:off x="3759575" y="1702272"/>
              <a:ext cx="258447" cy="27604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vi-VN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72FC86E-C36E-3E0C-984B-87DB8DC8F03D}"/>
                </a:ext>
              </a:extLst>
            </p:cNvPr>
            <p:cNvSpPr/>
            <p:nvPr/>
          </p:nvSpPr>
          <p:spPr>
            <a:xfrm>
              <a:off x="0" y="2006602"/>
              <a:ext cx="7629564" cy="48707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2F61B95-7561-6199-A128-A8CC9B3EE1D4}"/>
                </a:ext>
              </a:extLst>
            </p:cNvPr>
            <p:cNvSpPr/>
            <p:nvPr/>
          </p:nvSpPr>
          <p:spPr>
            <a:xfrm>
              <a:off x="2087971" y="-84513"/>
              <a:ext cx="1570008" cy="64698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3C34664-5083-617F-0384-A612B95F6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14865" y="0"/>
              <a:ext cx="3547497" cy="6858000"/>
            </a:xfrm>
            <a:prstGeom prst="rect">
              <a:avLst/>
            </a:prstGeom>
          </p:spPr>
        </p:pic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07E8B3D5-5998-A14D-5169-8D713FF40B85}"/>
                </a:ext>
              </a:extLst>
            </p:cNvPr>
            <p:cNvSpPr/>
            <p:nvPr/>
          </p:nvSpPr>
          <p:spPr>
            <a:xfrm>
              <a:off x="7765035" y="3699934"/>
              <a:ext cx="732283" cy="31078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3D5B127-FD1E-12F0-84F9-83749122B280}"/>
                </a:ext>
              </a:extLst>
            </p:cNvPr>
            <p:cNvSpPr/>
            <p:nvPr/>
          </p:nvSpPr>
          <p:spPr>
            <a:xfrm>
              <a:off x="603308" y="2835701"/>
              <a:ext cx="258447" cy="27604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vi-VN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75EA427-3131-0122-58F7-A650770F665D}"/>
                </a:ext>
              </a:extLst>
            </p:cNvPr>
            <p:cNvSpPr/>
            <p:nvPr/>
          </p:nvSpPr>
          <p:spPr>
            <a:xfrm>
              <a:off x="152400" y="2887133"/>
              <a:ext cx="427731" cy="163406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27565E5-052F-C856-62C8-4CC394930CB1}"/>
                </a:ext>
              </a:extLst>
            </p:cNvPr>
            <p:cNvSpPr/>
            <p:nvPr/>
          </p:nvSpPr>
          <p:spPr>
            <a:xfrm>
              <a:off x="1" y="5960170"/>
              <a:ext cx="1367361" cy="48707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7F8BBBB-A791-B257-B4F3-B4437FF2C36B}"/>
                </a:ext>
              </a:extLst>
            </p:cNvPr>
            <p:cNvSpPr/>
            <p:nvPr/>
          </p:nvSpPr>
          <p:spPr>
            <a:xfrm>
              <a:off x="580131" y="5684125"/>
              <a:ext cx="258447" cy="27604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vi-VN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0866A60-1F94-D834-DD52-25F4CAC025CE}"/>
                </a:ext>
              </a:extLst>
            </p:cNvPr>
            <p:cNvSpPr/>
            <p:nvPr/>
          </p:nvSpPr>
          <p:spPr>
            <a:xfrm>
              <a:off x="8606399" y="2446866"/>
              <a:ext cx="3547497" cy="44026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8C29301-6615-8839-0444-446128FE42F2}"/>
                </a:ext>
              </a:extLst>
            </p:cNvPr>
            <p:cNvSpPr/>
            <p:nvPr/>
          </p:nvSpPr>
          <p:spPr>
            <a:xfrm>
              <a:off x="10380147" y="2148892"/>
              <a:ext cx="258447" cy="27604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vi-VN" dirty="0"/>
            </a:p>
          </p:txBody>
        </p:sp>
      </p:grpSp>
    </p:spTree>
    <p:extLst>
      <p:ext uri="{BB962C8B-B14F-4D97-AF65-F5344CB8AC3E}">
        <p14:creationId xmlns:p14="http://schemas.microsoft.com/office/powerpoint/2010/main" val="3247253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4D8A2D6-D657-8874-CF5B-6E25A971EA29}"/>
              </a:ext>
            </a:extLst>
          </p:cNvPr>
          <p:cNvGrpSpPr/>
          <p:nvPr/>
        </p:nvGrpSpPr>
        <p:grpSpPr>
          <a:xfrm>
            <a:off x="2506464" y="117363"/>
            <a:ext cx="6458851" cy="6429342"/>
            <a:chOff x="2506464" y="117363"/>
            <a:chExt cx="6458851" cy="642934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E948233-5535-8147-1979-CF0837175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6464" y="1516803"/>
              <a:ext cx="6458851" cy="5029902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495AF10C-6E27-92CB-1C5B-6CC353FB8AEA}"/>
                </a:ext>
              </a:extLst>
            </p:cNvPr>
            <p:cNvGrpSpPr/>
            <p:nvPr/>
          </p:nvGrpSpPr>
          <p:grpSpPr>
            <a:xfrm>
              <a:off x="2607733" y="117363"/>
              <a:ext cx="6231467" cy="6393355"/>
              <a:chOff x="2607733" y="117363"/>
              <a:chExt cx="6231467" cy="6393355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CF8721CB-08CF-FD38-08C2-12B13ED8B7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37000" y="241928"/>
                <a:ext cx="3648584" cy="466790"/>
              </a:xfrm>
              <a:prstGeom prst="rect">
                <a:avLst/>
              </a:prstGeom>
            </p:spPr>
          </p:pic>
          <p:sp>
            <p:nvSpPr>
              <p:cNvPr id="12" name="Arrow: Down 11">
                <a:extLst>
                  <a:ext uri="{FF2B5EF4-FFF2-40B4-BE49-F238E27FC236}">
                    <a16:creationId xmlns:a16="http://schemas.microsoft.com/office/drawing/2014/main" id="{3B690C96-4511-FFB5-80E0-B4E908BBAF16}"/>
                  </a:ext>
                </a:extLst>
              </p:cNvPr>
              <p:cNvSpPr/>
              <p:nvPr/>
            </p:nvSpPr>
            <p:spPr>
              <a:xfrm>
                <a:off x="5597390" y="858684"/>
                <a:ext cx="327803" cy="491219"/>
              </a:xfrm>
              <a:prstGeom prst="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956B7AC8-F231-5DAA-1B7B-834591EE8B61}"/>
                  </a:ext>
                </a:extLst>
              </p:cNvPr>
              <p:cNvSpPr/>
              <p:nvPr/>
            </p:nvSpPr>
            <p:spPr>
              <a:xfrm>
                <a:off x="5187843" y="117363"/>
                <a:ext cx="258447" cy="276045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  <a:endParaRPr lang="vi-VN" dirty="0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2F61B95-7561-6199-A128-A8CC9B3EE1D4}"/>
                  </a:ext>
                </a:extLst>
              </p:cNvPr>
              <p:cNvSpPr/>
              <p:nvPr/>
            </p:nvSpPr>
            <p:spPr>
              <a:xfrm>
                <a:off x="3869267" y="154781"/>
                <a:ext cx="1380067" cy="64108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A3ABB3C-63D2-A9BD-4E6B-065AD81E58FB}"/>
                  </a:ext>
                </a:extLst>
              </p:cNvPr>
              <p:cNvSpPr/>
              <p:nvPr/>
            </p:nvSpPr>
            <p:spPr>
              <a:xfrm>
                <a:off x="2607733" y="2269066"/>
                <a:ext cx="1399979" cy="372534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E39B77C-0C27-0CD5-E60A-AD7AA9472418}"/>
                  </a:ext>
                </a:extLst>
              </p:cNvPr>
              <p:cNvSpPr/>
              <p:nvPr/>
            </p:nvSpPr>
            <p:spPr>
              <a:xfrm>
                <a:off x="3610820" y="1993021"/>
                <a:ext cx="258447" cy="276045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  <a:endParaRPr lang="vi-VN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B1895FB-79FA-2276-D6BD-043B41BEADD1}"/>
                  </a:ext>
                </a:extLst>
              </p:cNvPr>
              <p:cNvSpPr/>
              <p:nvPr/>
            </p:nvSpPr>
            <p:spPr>
              <a:xfrm>
                <a:off x="4699015" y="2141054"/>
                <a:ext cx="4140185" cy="559813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6F99A21-B8AB-C856-CFEC-19D49F6CAD48}"/>
                  </a:ext>
                </a:extLst>
              </p:cNvPr>
              <p:cNvSpPr/>
              <p:nvPr/>
            </p:nvSpPr>
            <p:spPr>
              <a:xfrm>
                <a:off x="6769107" y="1854998"/>
                <a:ext cx="258447" cy="276045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  <a:endParaRPr lang="vi-VN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9C723A4-40B4-D692-E5F6-7E4B6C49AE06}"/>
                  </a:ext>
                </a:extLst>
              </p:cNvPr>
              <p:cNvSpPr/>
              <p:nvPr/>
            </p:nvSpPr>
            <p:spPr>
              <a:xfrm>
                <a:off x="2628922" y="3149094"/>
                <a:ext cx="6210278" cy="47464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4EE7627F-C7E8-E67C-B8C2-501485B0B106}"/>
                  </a:ext>
                </a:extLst>
              </p:cNvPr>
              <p:cNvSpPr/>
              <p:nvPr/>
            </p:nvSpPr>
            <p:spPr>
              <a:xfrm>
                <a:off x="5725815" y="2850833"/>
                <a:ext cx="258447" cy="276045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  <a:endParaRPr lang="vi-VN" dirty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87C4C0E-EB28-CE1F-8F26-5AC0D7DC9AE4}"/>
                  </a:ext>
                </a:extLst>
              </p:cNvPr>
              <p:cNvSpPr/>
              <p:nvPr/>
            </p:nvSpPr>
            <p:spPr>
              <a:xfrm>
                <a:off x="2628922" y="4071961"/>
                <a:ext cx="6210278" cy="47464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59408E7-B647-83E2-FA28-789F6B4AE970}"/>
                  </a:ext>
                </a:extLst>
              </p:cNvPr>
              <p:cNvSpPr/>
              <p:nvPr/>
            </p:nvSpPr>
            <p:spPr>
              <a:xfrm>
                <a:off x="5690277" y="3784266"/>
                <a:ext cx="258447" cy="276045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  <a:endParaRPr lang="vi-VN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3DA7E79-8844-7553-8A54-AF2657053A75}"/>
                  </a:ext>
                </a:extLst>
              </p:cNvPr>
              <p:cNvSpPr/>
              <p:nvPr/>
            </p:nvSpPr>
            <p:spPr>
              <a:xfrm>
                <a:off x="2620676" y="4966995"/>
                <a:ext cx="3069601" cy="959672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BF6A665E-9437-7849-2F8D-E4EED56DA028}"/>
                  </a:ext>
                </a:extLst>
              </p:cNvPr>
              <p:cNvSpPr/>
              <p:nvPr/>
            </p:nvSpPr>
            <p:spPr>
              <a:xfrm>
                <a:off x="4155476" y="4685668"/>
                <a:ext cx="258447" cy="276045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  <a:endParaRPr lang="vi-VN" dirty="0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2B2D254-626C-855B-B279-EDFFB2173931}"/>
                  </a:ext>
                </a:extLst>
              </p:cNvPr>
              <p:cNvSpPr/>
              <p:nvPr/>
            </p:nvSpPr>
            <p:spPr>
              <a:xfrm>
                <a:off x="5798551" y="4983928"/>
                <a:ext cx="2066981" cy="959672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16821130-25DF-0B9F-24D7-29DB18FE08EE}"/>
                  </a:ext>
                </a:extLst>
              </p:cNvPr>
              <p:cNvSpPr/>
              <p:nvPr/>
            </p:nvSpPr>
            <p:spPr>
              <a:xfrm>
                <a:off x="7225077" y="4700581"/>
                <a:ext cx="258447" cy="276045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  <a:endParaRPr lang="vi-VN" dirty="0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683B3E04-5252-4CCD-085D-113B540EE8D3}"/>
                  </a:ext>
                </a:extLst>
              </p:cNvPr>
              <p:cNvSpPr/>
              <p:nvPr/>
            </p:nvSpPr>
            <p:spPr>
              <a:xfrm>
                <a:off x="7137400" y="5950902"/>
                <a:ext cx="1176867" cy="559816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D78A112-559F-5C18-48B5-1343C4AF6AE3}"/>
                  </a:ext>
                </a:extLst>
              </p:cNvPr>
              <p:cNvSpPr/>
              <p:nvPr/>
            </p:nvSpPr>
            <p:spPr>
              <a:xfrm>
                <a:off x="8322954" y="5926667"/>
                <a:ext cx="258447" cy="276045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  <a:endParaRPr lang="vi-VN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530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26</Words>
  <Application>Microsoft Office PowerPoint</Application>
  <PresentationFormat>Widescreen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8</cp:revision>
  <dcterms:created xsi:type="dcterms:W3CDTF">2026-07-29T03:50:55Z</dcterms:created>
  <dcterms:modified xsi:type="dcterms:W3CDTF">2026-08-10T03:19:41Z</dcterms:modified>
</cp:coreProperties>
</file>